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E" userId="cec9a1c836b465b4" providerId="LiveId" clId="{A29587D1-4C74-4DB0-BBF6-C54DA0E438F8}"/>
    <pc:docChg chg="modSld">
      <pc:chgData name="SANTHOSH E" userId="cec9a1c836b465b4" providerId="LiveId" clId="{A29587D1-4C74-4DB0-BBF6-C54DA0E438F8}" dt="2026-07-23T03:47:39.185" v="0" actId="1076"/>
      <pc:docMkLst>
        <pc:docMk/>
      </pc:docMkLst>
      <pc:sldChg chg="modSp mod">
        <pc:chgData name="SANTHOSH E" userId="cec9a1c836b465b4" providerId="LiveId" clId="{A29587D1-4C74-4DB0-BBF6-C54DA0E438F8}" dt="2026-07-23T03:47:39.185" v="0" actId="1076"/>
        <pc:sldMkLst>
          <pc:docMk/>
          <pc:sldMk cId="1200227370" sldId="272"/>
        </pc:sldMkLst>
        <pc:spChg chg="mod">
          <ac:chgData name="SANTHOSH E" userId="cec9a1c836b465b4" providerId="LiveId" clId="{A29587D1-4C74-4DB0-BBF6-C54DA0E438F8}" dt="2026-07-23T03:47:39.185" v="0" actId="1076"/>
          <ac:spMkLst>
            <pc:docMk/>
            <pc:sldMk cId="1200227370" sldId="272"/>
            <ac:spMk id="3" creationId="{D582383D-37A4-5A39-2279-4E678BD31AC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1:23.6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1:33.0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06.0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4552 1984 24575,'250'11'0,"-140"-4"0,138-8 0,-123-8 0,431-48 0,-431 29 0,-87 17 0,1 2 0,0 2 0,54-4 0,188 11 0,156-8 0,-119-31 0,-206 22 0,159-3 0,117 20 0,-170 2 0,125 17 0,-234-11 0,38 5 0,170 5 0,160-41 0,-435 17 0,64-8 0,134-1 0,-232 15 0,0 0 0,0 1 0,0 0 0,0 0 0,0 1 0,0 0 0,11 5 0,-17-7 0,-1 1 0,1 0 0,0 0 0,-1 0 0,1 0 0,0 1 0,-1-1 0,0 0 0,1 1 0,-1-1 0,0 1 0,1-1 0,-1 1 0,0-1 0,0 1 0,0 0 0,-1 0 0,1-1 0,0 1 0,-1 0 0,1 0 0,-1 0 0,1 0 0,-1 0 0,0 0 0,0 0 0,0 0 0,0 0 0,0 0 0,-1-1 0,1 1 0,0 0 0,-1 0 0,0 0 0,0 2 0,-1 0 0,0 0 0,0 0 0,0 0 0,0 0 0,-1 0 0,1-1 0,-1 1 0,0-1 0,0 0 0,-1 0 0,1 0 0,-1 0 0,1 0 0,-1-1 0,0 0 0,0 1 0,-5 0 0,-8 5 0,-1-2 0,-33 8 0,24-7 0,-35 12 0,36-10 0,-48 10 0,-13-4 0,-2-5 0,1-3 0,-1-4 0,-110-10 0,-92-14 0,51 6 0,107 8 0,0 6 0,-160 20 0,-1048 16 0,1071-49 0,-36-1 0,279 15 0,0-1 0,-1-2 0,1 0 0,0-2 0,-34-10 0,-188-53 0,3 0 0,160 39 0,1-4 0,-98-53 0,157 70 0,1-1 0,0-1 0,1-1 0,2-2 0,0 0 0,-21-26 0,39 42 0,-1-1 0,1 1 0,1-1 0,-1 0 0,1 0 0,0 0 0,0 0 0,1-1 0,-2-7 0,3 11 0,1 0 0,-1 1 0,1-1 0,0 0 0,0 1 0,0-1 0,1 0 0,-1 1 0,1-1 0,-1 1 0,1-1 0,0 1 0,0-1 0,0 1 0,0-1 0,0 1 0,1 0 0,-1-1 0,1 1 0,-1 0 0,1 0 0,0 0 0,0 1 0,0-1 0,0 0 0,3-1 0,4-2 0,1 0 0,0 0 0,1 1 0,-1 1 0,1 0 0,-1 0 0,1 1 0,0 0 0,20 0 0,-22 1 0,94-6 0,0 4 0,103 12 0,209 38 0,-24 13 0,241 28 0,-150-38-309,432 30-511,-194-70 710,-702-10 110,4-1 0,45 5 0,-55-1 79,-11-1 123,-23 5 360,-37 5-374,-69 4 1,-69-2-170,-90-1-183,-141 9-857,-874 32-757,-853-99-1990,1663 14 2785,54-17 0,72-6 25,-101-32 229,18-33 2998,394 97-1251,43 17-461,1 0-1,0 1 1,-1 0 0,0 1-1,0 0 1,-24-2 0,-23 6 1409,78 11-774,107 31-1139,-14-6-64,224 78 11,-255-92 0,1-4 0,101 10 0,-60-22 0,9 1 0,-111-6 0,-1 1 0,1 1 0,36 13 0,-57-17 0,0 1 0,0-1 0,-1 0 0,1 0 0,0 0 0,0 0 0,0 0 0,0 0 0,-1 1 0,1-1 0,0 0 0,0 0 0,0 0 0,0 0 0,0 1 0,0-1 0,-1 0 0,1 0 0,0 0 0,0 1 0,0-1 0,0 0 0,0 0 0,0 1 0,0-1 0,0 0 0,0 0 0,0 0 0,0 1 0,0-1 0,0 0 0,0 0 0,0 1 0,0-1 0,0 0 0,0 0 0,1 0 0,-1 1 0,0-1 0,0 0 0,0 0 0,0 0 0,0 0 0,0 1 0,1-1 0,-1 0 0,0 0 0,0 0 0,0 0 0,1 0 0,-1 1 0,0-1 0,0 0 0,0 0 0,1 0 0,-1 0 0,0 0 0,0 0 0,1 0 0,-23 5 0,-274 3 0,197-9 0,-946-27 0,669-2 0,465 51 0,349 47 0,241 39 0,-458-62 0,-98-19 0,145 13 0,-63-35 0,-1243-9 0,586 8 0,317-6 0,-151 6 0,274 0 0,11 2 0,20 9 0,11 2 0,1-1 0,1-2 0,60 18 0,112 15 0,18-11 0,335 11 0,230-45 0,-693-2 0,-70 0 0,39-5 0,-57 5 0,0 0 0,-1 0 0,0 0 0,1-1 0,-1 0 0,0 0 0,0 0 0,0-1 0,0 0 0,0 0 0,0 0 0,6-6 0,-10 8 0,-1 1 0,0 0 0,0-1 0,1 1 0,-1-1 0,0 1 0,0 0 0,1-1 0,-1 1 0,0-1 0,0 1 0,0-1 0,0 1 0,0-1 0,1 1 0,-1-1 0,0 1 0,0 0 0,0-1 0,0 1 0,0-1 0,-1 1 0,1-1 0,0 1 0,0-1 0,0 1 0,0-1 0,0 1 0,-1-1 0,1 1 0,0 0 0,0-1 0,-1 1 0,1-1 0,0 1 0,-1 0 0,1-1 0,-1 1 0,-7-7 0,0 2 0,-1-1 0,1 1 0,-1 1 0,0-1 0,0 1 0,-16-4 0,-3-2 0,-423-134 0,-15 37 0,301 72 0,-401-80 0,134 30 0,263 44 0,-101-17 0,250 56 0,-33-7 0,49 9 0,1-1 0,1 0 0,-1 0 0,0 0 0,0-1 0,0 1 0,1-1 0,-1 0 0,0 1 0,1-1 0,0 0 0,-1 0 0,-3-5 0,6 6 0,-1 0 0,1 0 0,-1 0 0,1 0 0,-1 0 0,1 0 0,-1 0 0,1 0 0,0 0 0,0 0 0,0-1 0,0 1 0,-1 0 0,1 0 0,1 0 0,-1 0 0,0 0 0,0 0 0,0 0 0,1-1 0,-1 1 0,0 0 0,1 0 0,0-1 0,20-24 0,-2 12 0,-1 0 0,2 0 0,0 2 0,1 1 0,0 0 0,33-11 0,-5 6 0,0 1 0,52-7 0,-20 11 0,0 3 0,1 4 0,143 10 0,-323-5 0,32 1 0,-515-41 0,526 33 0,-179-24 0,-31-3 0,255 32 0,-1 1 0,-1-2 0,0 1 0,-14-5 0,22 4 0,1 1 0,-1-1 0,1 1 0,-1-1 0,1 0 0,-1 0 0,1-1 0,0 1 0,0 0 0,0-1 0,0 0 0,1 0 0,-1 0 0,-1-3 0,-9-16 0,1-1 0,-11-31 0,12 27 0,-20-37 0,-8-2 0,-53-124 0,77 152 0,2 0 0,2 0 0,2-2 0,1 1 0,-2-46 0,8 61 0,-2-24 0,1 0 0,3 0 0,11-95 0,-9 138 0,0-1 0,0 1 0,1 0 0,-1 0 0,1 0 0,0 0 0,1 0 0,-1 0 0,1 1 0,0 0 0,0 0 0,0 0 0,0 0 0,1 1 0,0-1 0,6-2 0,-8 4 0,0 0 0,-1 0 0,1 1 0,1-1 0,-1 1 0,0 0 0,0 0 0,0 0 0,1 0 0,-1 1 0,0-1 0,1 1 0,-1 0 0,0 0 0,1 0 0,-1 0 0,0 1 0,1 0 0,-1-1 0,0 1 0,1 0 0,-1 0 0,0 1 0,0-1 0,0 1 0,0-1 0,0 1 0,3 3 0,5 8 0,-1 1 0,0 0 0,0 0 0,-2 1 0,1 0 0,-2 1 0,9 25 0,8 18 0,11 8 0,2-2 0,3-2 0,78 97 0,174 146 0,-67-118 0,-8-7 0,-186-150 0,-26-20 0,-11-7 0,-21-7 0,26 3 0,-65-16 0,1-2 0,-76-33 0,7 3 0,-275-78 0,134 42 0,266 82 0,1-1 0,0 0 0,-1-1 0,1 1 0,0-2 0,1 1 0,-9-7 0,14 9 0,-1-1 0,1 1 0,0-1 0,-1 1 0,1-1 0,1 0 0,-1 0 0,0 0 0,1 0 0,-1 0 0,1 0 0,0-1 0,0 1 0,0 0 0,1-1 0,-1 1 0,1 0 0,0-1 0,0 1 0,0-7 0,2 3 0,-1 0 0,1 1 0,1-1 0,-1 1 0,1-1 0,0 1 0,1 0 0,-1 0 0,1 0 0,0 1 0,1 0 0,-1-1 0,1 1 0,0 1 0,10-9 0,13-7 0,55-33 0,-70 46 0,43-23 0,113-44 0,71-5 0,-80 27 0,-23 5 0,402-121 0,-436 144 0,0 5 0,2 4 0,142-3 0,-160 20 0,-157 0 0,-108 18 0,-24 4 0,-579-12 0,214-11 0,474 3 0,1 4 0,-120 26 0,65-12 0,27-5 0,116-17 0,0 0 0,0 1 0,0 0 0,1 0 0,-1 0 0,0 0 0,1 1 0,-1-1 0,1 1 0,0 0 0,0 0 0,-1 0 0,1 0 0,0 1 0,1-1 0,-1 1 0,0 0 0,1 0 0,-1 0 0,1 0 0,0 0 0,0 0 0,0 1 0,1-1 0,-1 1 0,1-1 0,0 1 0,0 0 0,0-1 0,0 1 0,1 0 0,-1 0 0,1 0 0,0-1 0,0 1 0,1 0 0,0 5 0,4 10 0,1 1 0,0-1 0,2 0 0,0-1 0,1 0 0,1 0 0,17 22 0,6 14 0,70 146 0,-60-111 0,94 145 0,-128-220 0,0 0 0,-2 1 0,8 19 0,-12-24 0,1 0 0,0-1 0,1 1 0,0-1 0,1 0 0,-1-1 0,2 1 0,-1-1 0,1 0 0,8 6 0,48 37 0,1-4 0,3-3 0,99 51 0,-46-36 0,61 27 0,-147-73 0,0-1 0,0-2 0,57 10 0,-63-15 0,0 1 0,-1 2 0,0 1 0,-1 0 0,0 2 0,0 2 0,-1 0 0,31 22 0,-29-19 0,1-2 0,45 18 0,-36-17 0,8 13 0,6 2 0,-48-28 0,1-1 0,-1 0 0,1 1 0,0-1 0,0 0 0,-1-1 0,1 1 0,0-1 0,0 0 0,0 0 0,0 0 0,4-1 0,13-4 0,-2-1 0,1 0 0,34-18 0,9-4 0,337-125-333,-105 41-312,953-314-2469,-891 329 1664,579-78 0,-696 152 3060,0 10 0,279 22 0,-221 17-393,53 3-272,702-21-945,-598-11 0,925 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16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1954 1 24548,'-1953'167'0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31.4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36.5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6924 67 24506,'-6924'0'0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51.6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16373 952 24575,'-43'20'0,"-2"-2"0,-65 17 0,-92 11 0,133-32 0,-498 70 0,511-82 0,1-1 0,-94-12 0,33 1 0,54 7 0,-195-15 0,173 13 0,54 5 0,1-2 0,-42-8 0,70 10 0,0 0 0,1 0 0,-1 0 0,0 0 0,1 0 0,-1-1 0,0 1 0,1 0 0,-1 0 0,1-1 0,-1 1 0,0 0 0,1-1 0,-1 1 0,1-1 0,-1 1 0,1-1 0,-1 1 0,1-1 0,-1 1 0,1-1 0,-1 0 0,7-10 0,29-8 0,-7 10 0,0 1 0,1 1 0,-1 2 0,37-2 0,124 1 0,-145 5 0,941 1 0,-422 3 0,-321-3 0,-702 17 0,-178-3 0,415-16 0,-589-16 0,678 13 0,-293-24 0,255 10 0,-187 3 0,180 19 0,-301-5 0,101-33 0,216 17 0,-78-24 0,163 26 0,0 2 0,-92-2 0,94 18 0,-1 3 0,-87 18 0,-41 4 0,30-23 0,112-5 0,-100 11 0,-102 17 0,-380-9 0,624-18 0,0-1 0,0-1 0,0 0 0,1-2 0,-1-1 0,1 0 0,-35-15 0,-19-9 0,63 23 0,12 2 0,25-1 0,411-1 0,-265 10 0,-87-6 0,-29 1 0,69 6 0,-88 2 0,0 1 0,52 19 0,11 2 0,131 12 0,-93-17 0,-82-12 0,76 5 0,44-16 0,-1 0 0,-146 3 0,-29-4 0,0 0 0,1 0 0,-1 0 0,0 0 0,0 0 0,1 0 0,-1 0 0,0 0 0,0 0 0,1 0 0,-1 0 0,0 0 0,0 0 0,1 0 0,-1 1 0,0-1 0,0 0 0,1 0 0,-1 0 0,0 0 0,0 0 0,0 1 0,1-1 0,-1 0 0,0 0 0,0 0 0,0 1 0,0-1 0,0 0 0,1 0 0,-1 0 0,0 1 0,0-1 0,0 0 0,0 0 0,0 1 0,0-1 0,0 0 0,0 0 0,0 1 0,0-1 0,0 0 0,0 0 0,0 1 0,0-1 0,0 0 0,0 0 0,0 1 0,0-1 0,0 0 0,0 0 0,0 1 0,-1-1 0,1 0 0,0 0 0,0 0 0,0 1 0,0-1 0,-1 0 0,1 0 0,0 0 0,0 0 0,0 1 0,-1-1 0,1 0 0,0 0 0,-22 11 0,-17 0 0,-1-1 0,-1-2 0,0-2 0,-63 1 0,65-5 0,-767-9 0,255-68 0,298 13 0,-872-121-1246,794 134 1054,211 31 154,-162-26-228,191 26 177,-89-31-1,167 45 95,-163-48 886,146 45-657,0 2 1,0 2 0,-61-1 0,66 5-218,0 0 0,0 2 1,1 1-1,-26 7 0,23-3-17,-99 25 0,108-30 0,-1 0 0,1-1 0,-1-1 0,0-1 0,-19-2 0,-117-26 0,-3-1 0,-410-4 0,-588 34 0,1032-8 0,-229-41 0,21 1 0,102 14 0,31 3 0,-405-36 0,-23 45 0,520 22 0,-219-26 0,132 6 0,118 14 0,-2 1 0,-109-21 0,58-3 0,-289-49 0,234 64 0,-80-10 0,223 16 0,-19-3 0,0 2 0,-77 0 0,137 7 0,-1 1 0,1 0 0,-1 0 0,0 0 0,1 0 0,-1 0 0,1 0 0,-1 0 0,1 0 0,-1 0 0,0 0 0,1 0 0,-1 0 0,1 0 0,-1 0 0,1 0 0,-1 1 0,1-1 0,-1 0 0,1 0 0,-1 1 0,1-1 0,-1 0 0,1 1 0,-1-1 0,1 1 0,-1 0 0,17 12 0,36 21 0,2-2 0,58 25 0,125 44 0,-56-26 0,-22-5 0,421 196 0,-183-95 0,-385-167 0,9 2 0,0 2 0,-1 0 0,0 1 0,-1 1 0,0 0 0,31 24 0,-39-24 0,1 0 0,1-1 0,0 0 0,0-1 0,1 0 0,0-1 0,0-1 0,0 0 0,1-1 0,0-1 0,0 0 0,0-1 0,1 0 0,19 0 0,-26-2 0,4 0 0,0 0 0,1-1 0,24-3 0,-37 3 0,0 0 0,1 0 0,-1 0 0,0 0 0,0-1 0,0 1 0,0 0 0,0-1 0,0 1 0,0-1 0,0 1 0,0-1 0,0 1 0,-1-1 0,1 0 0,0 1 0,0-1 0,0 0 0,-1 0 0,1 0 0,0 1 0,-1-1 0,1 0 0,-1 0 0,1 0 0,-1 0 0,1 0 0,-1 0 0,0 0 0,1 0 0,-1 0 0,0-1 0,0 1 0,0 0 0,0 0 0,0 0 0,0 0 0,0 0 0,0 0 0,-1 0 0,1 0 0,0 0 0,0 0 0,-1 0 0,1 0 0,-1 0 0,1 0 0,-1 0 0,0 0 0,1 0 0,-1 0 0,0 0 0,0 0 0,-10-11 0,-1 1 0,1 1 0,-2 0 0,0 1 0,0 0 0,0 0 0,-27-10 0,39 18 0,-111-54 0,-147-49 0,-128-17 0,273 89 0,-1 5 0,-119-12 0,227 38 0,0 1 0,0 0 0,0 0 0,0 0 0,0 0 0,-12 4 0,18-4 0,0 1 0,-1-1 0,1 1 0,0 0 0,-1-1 0,1 1 0,0 0 0,0 0 0,-1 0 0,1 0 0,0 0 0,0 0 0,0 0 0,0 0 0,1 1 0,-1-1 0,0 0 0,0 1 0,1-1 0,-1 0 0,1 1 0,-1-1 0,1 1 0,0-1 0,-1 1 0,1-1 0,0 0 0,0 1 0,0-1 0,0 1 0,0-1 0,0 1 0,1-1 0,-1 1 0,0-1 0,1 1 0,0 1 0,2 6 0,0 0 0,0-1 0,1 1 0,0 0 0,1-1 0,0 0 0,0 0 0,12 13 0,6 4 0,29 23 0,-43-39 0,82 67 0,2-4 0,109 63 0,-165-111 0,-25-15 0,1 0 0,-1-1 0,1-1 0,1 0 0,-1-1 0,1-1 0,26 7 0,-38-11 0,0 0 0,1-1 0,-1 0 0,1 0 0,-1 1 0,0-2 0,1 1 0,-1 0 0,1 0 0,-1-1 0,0 1 0,1-1 0,-1 0 0,0 1 0,3-3 0,-4 3 0,0-1 0,-1 0 0,1 0 0,0 1 0,0-1 0,-1 0 0,1 0 0,-1 0 0,1 0 0,-1 0 0,1 0 0,-1 0 0,1 0 0,-1 0 0,0 0 0,0 0 0,1-1 0,-1 1 0,0 0 0,0 0 0,0 0 0,-1-2 0,0-3 0,0-1 0,-1 1 0,0 0 0,-1 1 0,1-1 0,-1 0 0,0 1 0,-1-1 0,1 1 0,-6-6 0,-14-14 0,0 2 0,-1 0 0,-52-37 0,-91-44 0,29 32 0,120 64 0,0 1 0,0 0 0,-1 2 0,0 0 0,-35-4 0,51 9 0,-1 0 0,1-1 0,-1 1 0,1 1 0,-1-1 0,1 0 0,-1 1 0,1 0 0,-1 0 0,1 0 0,0 0 0,-1 0 0,1 1 0,0 0 0,-5 2 0,5 0 0,0-1 0,0 1 0,0-1 0,0 1 0,0 0 0,1 0 0,0 0 0,0 0 0,0 1 0,0-1 0,-1 7 0,-8 26 0,2 0 0,2 0 0,1 0 0,2 1 0,2-1 0,3 63 0,1-92 0,-1 1 0,1-1 0,1 1 0,0-1 0,0 0 0,8 15 0,-10-21 0,0 0 0,0 0 0,0 0 0,0 0 0,0 0 0,0-1 0,1 1 0,-1 0 0,0-1 0,1 1 0,0-1 0,-1 1 0,1-1 0,0 0 0,0 0 0,-1 0 0,1 0 0,0 0 0,0 0 0,0-1 0,0 1 0,0 0 0,0-1 0,1 0 0,-1 1 0,0-1 0,0 0 0,0 0 0,0 0 0,0-1 0,0 1 0,4-1 0,-5 0 0,0 1 0,0 0 0,0-1 0,0 1 0,0-1 0,0 0 0,0 1 0,0-1 0,0 0 0,0 1 0,0-1 0,0 0 0,-1 0 0,1 0 0,0 0 0,-1 0 0,1 0 0,-1 0 0,1 0 0,-1 0 0,1 0 0,-1 0 0,0 0 0,1-1 0,-1-1 0,0 1 0,0 0 0,-1 0 0,1 0 0,0 0 0,-1 0 0,0 0 0,1-1 0,-1 1 0,0 0 0,0 1 0,-1-3 0,-5-7 0,-1 2 0,1-1 0,-15-13 0,17 18 0,-6-6 0,0 1 0,0 1 0,-1 0 0,-1 0 0,-16-8 0,16 7 0,12 10 0,1 0 0,0-1 0,0 1 0,0 0 0,0 0 0,0 0 0,0 0 0,0-1 0,0 1 0,0 0 0,0 0 0,0 0 0,0 0 0,0-1 0,0 1 0,0 0 0,0 0 0,0 0 0,0 0 0,0-1 0,1 1 0,-1 0 0,0 0 0,0 0 0,0 0 0,0 0 0,0 0 0,0-1 0,0 1 0,1 0 0,-1 0 0,0 0 0,0 0 0,0 0 0,0 0 0,0 0 0,1 0 0,-1 0 0,0-1 0,0 1 0,0 0 0,0 0 0,1 0 0,33-3 0,576 4 0,-242 3 0,264-4 0,-538-4 0,104-19 0,83-4 0,36 40 0,-63 0 0,200-38 0,-576 11 0,-475-34-454,56 6 61,144 5 393,379 35 0,0-1 0,-19-6 0,36 9 0,-1 0 0,0-1 0,1 1 0,-1-1 0,1 0 0,-1 1 0,0-1 0,1 0 0,0 0 0,-1 0 0,1 0 0,0 0 0,-1 0 0,1 0 0,0 0 0,0-1 0,-2-1 0,3 2 0,1 0 0,-1 0 0,0 0 0,1 0 0,-1 0 0,0 0 0,1 0 0,0 0 0,-1 0 0,1 1 0,-1-1 0,1 0 0,0 0 0,0 1 0,-1-1 0,1 0 0,0 1 0,0-1 0,0 1 0,0-1 0,0 1 0,0-1 0,0 1 0,-1 0 0,1-1 0,0 1 0,0 0 0,2 0 0,24-7 126,-1 1 0,0 1 0,1 1-1,38 1 1,-47 1-49,680-13-337,9 31-428,-354-5 545,623-4 1243,-728-7-968,-235 0-132,-7-1 0,0 1 0,-1-1 0,1 1 0,0 1 0,0-1 0,0 1 0,-1 0 0,1 1 0,0-1 0,-1 1 0,8 3 0,-13-5 0,0 1 0,0-1 0,0 0 0,0 0 0,0 1 0,0-1 0,0 0 0,0 0 0,0 0 0,0 1 0,0-1 0,0 0 0,0 0 0,0 1 0,0-1 0,0 0 0,0 0 0,0 0 0,0 1 0,0-1 0,0 0 0,0 0 0,0 0 0,0 1 0,0-1 0,-1 0 0,1 0 0,0 0 0,0 0 0,0 1 0,0-1 0,-1 0 0,1 0 0,0 0 0,0 0 0,0 0 0,-1 1 0,1-1 0,0 0 0,0 0 0,0 0 0,-1 0 0,1 0 0,0 0 0,0 0 0,0 0 0,-1 0 0,1 0 0,-12 6 0,0 0 0,-1-1 0,1-1 0,-1 0 0,0 0 0,0-1 0,-18 1 0,-101 2 0,88-5 0,-367-17 36,-1-29-78,161 16-116,41 5-91,-523-39-449,1714 129 1809,-490-31-1111,-401-29 0,143 3 0,104 8 0,-247-13 0,41 5 0,-116-4 0,-15-5 0,0 0 0,0 0 0,1 0 0,-1 0 0,0 0 0,0 0 0,0 0 0,0 0 0,0 0 0,0 1 0,0-1 0,0 0 0,0 0 0,1 0 0,-1 0 0,0 0 0,0 0 0,0 0 0,0 1 0,0-1 0,0 0 0,0 0 0,0 0 0,0 0 0,0 0 0,0 0 0,0 1 0,0-1 0,0 0 0,0 0 0,0 0 0,0 0 0,0 0 0,0 1 0,0-1 0,0 0 0,0 0 0,0 0 0,-1 0 0,1 0 0,0 0 0,0 0 0,0 1 0,0-1 0,0 0 0,0 0 0,0 0 0,-29 11 0,-18-2 0,-1-1 0,-68 1 0,-104-8 0,200-2 0,-1128-94 0,800 54 0,312 35 0,26 2 0,12 0 0,21 0 0,120-5 0,190 12 0,-260 0 0,982 42-799,-702-27 799,470 35 0,-499-30 0,-300-19-34,-24-4 35,0 0-1,0 0 1,0 0-1,0 0 1,-1 0-1,1 0 1,0 0-1,0 0 1,0 0-1,0 0 1,0 0-1,0 0 1,0 0-1,0 0 1,0 0-1,0 0 1,0 0-1,0 0 1,0 0 0,0 0-1,0 0 1,0 0-1,0 1 1,0-1-1,0 0 1,0 0-1,0 0 1,0 0-1,0 0 1,0 0-1,0 0 1,0 0-1,0 0 1,0 0-1,0 0 1,0 0-1,0 0 1,0 1-1,0-1 1,0 0-1,0 0 1,0 0-1,0 0 1,0 0-1,0 0 1,0 0-1,0 0 1,0 0-1,0 0 1,0 0-1,0 0 1,0 0-1,0 0 1,0 0-1,0 0 1,0 0 0,0 0-1,0 0 1,1 0-1,-1 1 1,0-1-1,0 0 1,0 0-1,0 0 1,-17 3 132,-608 45 93,-7-38-1786,315-7 1697,48 2-197,-435-1-208,835 7 1197,-23 0-169,1685 80-1555,-949-91 587,-365-1 1513,-399 6-1105,-79-5-200,1 0 0,-1 0 0,0 0 0,1 1 0,-1-1 0,1 1 0,-1-1 0,0 1 0,0 0 0,1-1 0,-1 1 0,0 0 0,1 1 0,-1-2 0,-1 0 0,0 1 0,0-1 0,0 0 0,0 1 0,0-1 0,1 0 0,-1 1 0,0-1 0,0 0 0,0 1 0,0-1 0,0 0 0,0 1 0,0-1 0,0 0 0,0 1 0,0-1 0,0 0 0,0 1 0,-1-1 0,1 0 0,0 1 0,0-1 0,0 0 0,0 1 0,-1-1 0,1 0 0,0 0 0,0 1 0,-1-1 0,-2 3 0,1-1 0,-1 0 0,0 0 0,0 0 0,-1 0 0,1 0 0,0-1 0,0 1 0,-5 0 0,-23 6 0,-1-2 0,1-1 0,-58 1 0,60-4 0,-563 9-793,-4-28-568,250 5 912,-611-24 369,-835-10-1148,1681 50 4215,119 0-2589,20 2-32,419 50-173,-194-27-226,943 61-1534,-1102-85 1457,788 16-417,4-30 614,-634 6-128,559-28-119,254-1 1582,-1010 35-974,83 13 0,-107-13-448,-22-2 0,0-1 0,0 2 0,0-1 0,0 1 0,13 6 0,-21-8 0,0 0 0,0 1 0,0-1 0,0 0 0,0 1 0,-1-1 0,1 1 0,0-1 0,0 1 0,-1 0 0,1-1 0,0 1 0,0 0 0,-1 0 0,1-1 0,-1 1 0,1 0 0,-1 0 0,1 0 0,-1 0 0,0 0 0,1 0 0,-1 1 0,0-1 0,-1 0 0,1 0 0,-1 1 0,1-1 0,-1 0 0,0 0 0,1 0 0,-1 0 0,0 0 0,0 0 0,0 0 0,0 0 0,0 0 0,0 0 0,0 0 0,0-1 0,0 1 0,-1 0 0,1-1 0,0 1 0,0-1 0,-3 1 0,-25 9 0,-1-2 0,0-1 0,-1-1 0,-61 3 0,81-8 0,-446 20-513,-9-25-481,237 0 573,181 3 285,-1081-25-684,-1841-49-2116,1911 77 259,216 0 4586,756-3-1090,62-1-267,20-1-46,42-2 402,529-11 1201,-422 15-1963,2174 47-1978,-1186-13 1832,-752-25 0,151 14-913,-119-3 161,570 50 657,-858-58 98,202 22-3,244 17 0,645-52-604,214-135-471,-292 22 377,-902 95 699,580-42 86,-2 54 298,-6 81 5960,-646-51-5976,250 47-42,-268-32-327,249 58 0,8-25 0,548 15-404,-390-41 222,-513-40 182,392 47 0,-394-44 99,16 3-782,59 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2:52.2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8:25.5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24571,'4466'0'0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8:32.9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1279 1 24575,'-2'6'0,"1"-1"0,-2 1 0,1 0 0,-1-1 0,1 1 0,-1-1 0,-1 0 0,-6 8 0,5-6 0,-6 7 0,-1-1 0,0-1 0,-1 0 0,-20 15 0,19-16 0,0 0 0,1 1 0,1 1 0,-16 19 0,23-24 0,1 0 0,0 1 0,0-1 0,1 0 0,0 1 0,-2 11 0,3-11 0,0 0 0,-1 0 0,0 0 0,-1-1 0,-9 17 0,8-19 0,1 0 0,-2 0 0,1 0 0,-1-1 0,1 0 0,-2 0 0,1-1 0,-10 7 0,-61 23 0,58-27 0,0 1 0,1 1 0,-20 12 0,-9 16 0,1 2 0,2 3 0,-56 67 0,71-77 0,-234 296 313,77-90-1991,106-143-5148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8:39.4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2856 0 24575,'-223'61'0,"174"-51"0,-1-2 0,-80 2 0,-106-13 0,82 0 0,112 3 0,-1 3 0,1 1 0,0 1 0,0 3 0,0 2 0,1 1 0,-63 26 0,8-2 0,58-23 0,-46 23 0,-24 13 0,-31 18 0,-103 49 0,186-96 0,0-1 0,-1-4 0,-97 13 0,98-18 0,-60 15 0,72-13 0,-90 10 0,77-21 0,-22 2 0,72-1 0,-1 1 0,1-1 0,0 1 0,0 0 0,0 0 0,0 1 0,1 0 0,-11 6 0,-9 7-1365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8:49.6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24484,'4413'0'0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8:55.5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24575,'0'5'0,"0"11"0,0 7 0,0 5 0,0 7 0,0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9:24.0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1 342 24575,'141'1'0,"166"-4"0,-133-22 0,-22 1 0,110 14 0,-22 3 0,160-11 0,-364 16 0,0-1 0,-1-3 0,63-17 0,15-2 0,383-71 0,-322 60 0,-35 10-682,151-9-1,-226 32-6143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39:31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2102 1 24575,'-16'0'0,"1"0"0,0 1 0,0 1 0,0 0 0,0 1 0,0 1 0,-17 6 0,-30 11 0,-120 23 0,-67-7 0,150-24 0,-250 24 0,-532-12 0,861-25 61,5 0 26,-1 0 0,-23-4-1,36 4-174,0-1-1,0 0 0,0 0 0,0 1 1,0-2-1,0 1 0,1 0 0,-1 0 1,0-1-1,0 0 0,1 0 0,-1 1 1,1-1-1,0-1 0,-1 1 0,1 0 0,0 0 1,-2-4-1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1:05.1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87 24575,'153'-1'0,"0"-6"0,198-35 0,-257 27 0,1 4 0,161 1 0,-158 10 0,77 2 0,3 24 0,257-24 0,-9-1 0,-245 16 0,-92-7 0,-12-2 0,207 13 0,451-22-1365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3:41:05.5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21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2.png"/><Relationship Id="rId18" Type="http://schemas.openxmlformats.org/officeDocument/2006/relationships/customXml" Target="../ink/ink16.xml"/><Relationship Id="rId3" Type="http://schemas.openxmlformats.org/officeDocument/2006/relationships/image" Target="../media/image7.jpg"/><Relationship Id="rId21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customXml" Target="../ink/ink13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12.xml"/><Relationship Id="rId19" Type="http://schemas.openxmlformats.org/officeDocument/2006/relationships/image" Target="../media/image15.png"/><Relationship Id="rId4" Type="http://schemas.openxmlformats.org/officeDocument/2006/relationships/customXml" Target="../ink/ink9.xml"/><Relationship Id="rId9" Type="http://schemas.openxmlformats.org/officeDocument/2006/relationships/image" Target="../media/image10.png"/><Relationship Id="rId14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82383D-37A4-5A39-2279-4E678BD31AC1}"/>
              </a:ext>
            </a:extLst>
          </p:cNvPr>
          <p:cNvSpPr txBox="1"/>
          <p:nvPr/>
        </p:nvSpPr>
        <p:spPr>
          <a:xfrm>
            <a:off x="3519436" y="162994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CO1 - TECHNICAL PRESENTATION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2CDEFA-D749-4BB0-3F0B-FA72C801028E}"/>
              </a:ext>
            </a:extLst>
          </p:cNvPr>
          <p:cNvSpPr/>
          <p:nvPr/>
        </p:nvSpPr>
        <p:spPr>
          <a:xfrm>
            <a:off x="926961" y="2712864"/>
            <a:ext cx="9934303" cy="820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80932-EF5E-358C-5527-32A7B6F87EA6}"/>
              </a:ext>
            </a:extLst>
          </p:cNvPr>
          <p:cNvSpPr txBox="1"/>
          <p:nvPr/>
        </p:nvSpPr>
        <p:spPr>
          <a:xfrm>
            <a:off x="926961" y="4591149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CSA0504</a:t>
            </a:r>
          </a:p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Name : SANTHOSH E</a:t>
            </a:r>
          </a:p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 No : 192511470</a:t>
            </a:r>
          </a:p>
        </p:txBody>
      </p:sp>
    </p:spTree>
    <p:extLst>
      <p:ext uri="{BB962C8B-B14F-4D97-AF65-F5344CB8AC3E}">
        <p14:creationId xmlns:p14="http://schemas.microsoft.com/office/powerpoint/2010/main" val="12002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361741"/>
            <a:ext cx="4385101" cy="424643"/>
          </a:xfrm>
          <a:prstGeom prst="roundRect">
            <a:avLst>
              <a:gd name="adj" fmla="val 50000"/>
            </a:avLst>
          </a:prstGeom>
          <a:solidFill>
            <a:srgbClr val="E098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6960"/>
            <a:ext cx="43851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ER MODELING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Diagrams: Core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— a real-world object with independent existence, drawn as a rectangle (e.g., BOOK, MEMBER)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— a property that describes an entity, drawn as an oval (e.g., Title, Email)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— an association between two or more entities, drawn as a diamond (e.g., BORROWS)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 — uniquely identifies each entity instance, shown underlined (e.g., Book_ID)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— defines participation ratio between entities: 1:1, 1:N, or M:N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1920240" cy="59436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2788920"/>
            <a:ext cx="19202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C6B8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31520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3611880"/>
            <a:ext cx="1920240" cy="77724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0336" y="4654296"/>
            <a:ext cx="2029968" cy="70408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4709160"/>
            <a:ext cx="1920240" cy="59436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709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Notation Legend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ER 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55561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Online Library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3040" y="1371600"/>
            <a:ext cx="2011680" cy="6858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43300" y="2103120"/>
            <a:ext cx="260604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1371600"/>
            <a:ext cx="2011680" cy="6858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057400"/>
            <a:ext cx="260604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800600"/>
            <a:ext cx="2011680" cy="6858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3429000"/>
            <a:ext cx="260604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4800600"/>
            <a:ext cx="2011680" cy="6858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429000"/>
            <a:ext cx="2606040" cy="1371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3063240"/>
            <a:ext cx="1828800" cy="73152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3063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1051560"/>
            <a:ext cx="1828800" cy="64008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88920" y="1691640"/>
            <a:ext cx="1371600" cy="73152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84080" y="1051560"/>
            <a:ext cx="1828800" cy="64008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1691640"/>
            <a:ext cx="1371600" cy="73152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828800" cy="64008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166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24912" y="4370832"/>
            <a:ext cx="1499616" cy="85953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098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00" cy="73152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84080" y="5166360"/>
            <a:ext cx="1828800" cy="64008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5166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01000" y="4434840"/>
            <a:ext cx="1371600" cy="73152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44348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4884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48840" y="4617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0" y="4069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0" y="4617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35240" y="4069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CBED2C3-6511-047D-963B-B41098ADA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71789"/>
            <a:ext cx="12192000" cy="72297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E48E501-5C96-4089-E0EC-4E51A440AAF3}"/>
                  </a:ext>
                </a:extLst>
              </p14:cNvPr>
              <p14:cNvContentPartPr/>
              <p14:nvPr/>
            </p14:nvContentPartPr>
            <p14:xfrm>
              <a:off x="1466925" y="150468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E48E501-5C96-4089-E0EC-4E51A440AA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3925" y="874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68EE0B1-7615-CB94-AE53-FBD5DCB623C0}"/>
                  </a:ext>
                </a:extLst>
              </p14:cNvPr>
              <p14:cNvContentPartPr/>
              <p14:nvPr/>
            </p14:nvContentPartPr>
            <p14:xfrm>
              <a:off x="-1346835" y="2220828"/>
              <a:ext cx="360" cy="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68EE0B1-7615-CB94-AE53-FBD5DCB623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409475" y="2157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7ABC66F-9688-41C3-38BA-8D3DBCDFF036}"/>
                  </a:ext>
                </a:extLst>
              </p14:cNvPr>
              <p14:cNvContentPartPr/>
              <p14:nvPr/>
            </p14:nvContentPartPr>
            <p14:xfrm>
              <a:off x="29085" y="-523033"/>
              <a:ext cx="3630600" cy="805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7ABC66F-9688-41C3-38BA-8D3DBCDFF0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3915" y="-585673"/>
                <a:ext cx="3756240" cy="9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2A2560B-08FD-178E-03E4-060E8DF899C5}"/>
                  </a:ext>
                </a:extLst>
              </p14:cNvPr>
              <p14:cNvContentPartPr/>
              <p14:nvPr/>
            </p14:nvContentPartPr>
            <p14:xfrm>
              <a:off x="512205" y="6531171"/>
              <a:ext cx="703440" cy="608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2A2560B-08FD-178E-03E4-060E8DF899C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565" y="6468531"/>
                <a:ext cx="8290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28173B2-A8E3-6FA8-CC6B-FF1DEF5E69F5}"/>
                  </a:ext>
                </a:extLst>
              </p14:cNvPr>
              <p14:cNvContentPartPr/>
              <p14:nvPr/>
            </p14:nvContentPartPr>
            <p14:xfrm>
              <a:off x="11947245" y="5838171"/>
              <a:ext cx="360" cy="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28173B2-A8E3-6FA8-CC6B-FF1DEF5E69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84605" y="577517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5818036-949E-9D9D-1F33-F9DB04C517D6}"/>
                  </a:ext>
                </a:extLst>
              </p14:cNvPr>
              <p14:cNvContentPartPr/>
              <p14:nvPr/>
            </p14:nvContentPartPr>
            <p14:xfrm>
              <a:off x="9676005" y="6540891"/>
              <a:ext cx="2492640" cy="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5818036-949E-9D9D-1F33-F9DB04C517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13005" y="6414891"/>
                <a:ext cx="261828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17F7B16E-CC46-2202-520D-26337C8A5834}"/>
              </a:ext>
            </a:extLst>
          </p:cNvPr>
          <p:cNvGrpSpPr/>
          <p:nvPr/>
        </p:nvGrpSpPr>
        <p:grpSpPr>
          <a:xfrm>
            <a:off x="245445" y="5756811"/>
            <a:ext cx="6979680" cy="583920"/>
            <a:chOff x="245445" y="5756811"/>
            <a:chExt cx="697968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5532AD-2173-3695-A212-B590895DF3A6}"/>
                    </a:ext>
                  </a:extLst>
                </p14:cNvPr>
                <p14:cNvContentPartPr/>
                <p14:nvPr/>
              </p14:nvContentPartPr>
              <p14:xfrm>
                <a:off x="245445" y="5756811"/>
                <a:ext cx="6967080" cy="578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5532AD-2173-3695-A212-B590895DF3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05" y="5694171"/>
                  <a:ext cx="709272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2BC221-802C-BA17-5A73-A231FE2D6C2F}"/>
                    </a:ext>
                  </a:extLst>
                </p14:cNvPr>
                <p14:cNvContentPartPr/>
                <p14:nvPr/>
              </p14:nvContentPartPr>
              <p14:xfrm>
                <a:off x="7224765" y="6340371"/>
                <a:ext cx="36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2BC221-802C-BA17-5A73-A231FE2D6C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62125" y="62777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the Library System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key attribute Book_ID, with Title, ISBN, Genre and Copies_Available describing each 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key attribute Member_ID, with Name, Email and Membership_Type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BORROWS: an identifying M:N relationship linking Member and Book, carrying Issue_Date, Due_Date and Return_Date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(M:N via WRITES) and PUBLISHER (1:N via PUBLISHES) enrich Book with authorship and source details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manages Book records through the MANAGES relationship, ensuring accurate inventory tracking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368975"/>
            <a:ext cx="4053505" cy="417409"/>
          </a:xfrm>
          <a:prstGeom prst="roundRect">
            <a:avLst>
              <a:gd name="adj" fmla="val 50000"/>
            </a:avLst>
          </a:prstGeom>
          <a:solidFill>
            <a:srgbClr val="E0983A"/>
          </a:solidFill>
          <a:ln/>
        </p:spPr>
      </p:sp>
      <p:sp>
        <p:nvSpPr>
          <p:cNvPr id="3" name="Text 1"/>
          <p:cNvSpPr/>
          <p:nvPr/>
        </p:nvSpPr>
        <p:spPr>
          <a:xfrm>
            <a:off x="538592" y="409167"/>
            <a:ext cx="405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EER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Specialization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a bottom-up process that combines lower-level entities sharing common features into one higher-level superclass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 a top-down process that divides a superclass into subclasses based on distinguishing characteristics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Inheritance: every subclass inherits all attributes and relationships of its superclass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 vs Overlapping (o): an instance belongs to exactly one subclass (d), or possibly more than one (o)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Partial Participation: total requires every superclass instance to belong to a subclass; partial does not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828800"/>
            <a:ext cx="2011680" cy="54864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92440" y="2606040"/>
            <a:ext cx="457200" cy="457200"/>
          </a:xfrm>
          <a:prstGeom prst="ellipse">
            <a:avLst/>
          </a:prstGeom>
          <a:solidFill>
            <a:srgbClr val="E0983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2377440"/>
            <a:ext cx="0" cy="2286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635240" y="3063240"/>
            <a:ext cx="685795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063240"/>
            <a:ext cx="685800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3520440"/>
            <a:ext cx="1371600" cy="50292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520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49640" y="3520440"/>
            <a:ext cx="1371600" cy="50292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520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hierarchy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(University case study →)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EER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0408" y="228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University Case Study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09160" y="868680"/>
            <a:ext cx="2743200" cy="77724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868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(Person_ID, Name, Address)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97880" y="1965960"/>
            <a:ext cx="365760" cy="365760"/>
          </a:xfrm>
          <a:prstGeom prst="ellipse">
            <a:avLst/>
          </a:prstGeom>
          <a:solidFill>
            <a:srgbClr val="E0983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331720"/>
            <a:ext cx="4114800" cy="3657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2331720"/>
            <a:ext cx="0" cy="3657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331720"/>
            <a:ext cx="4114800" cy="3657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697480"/>
            <a:ext cx="192024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(Roll_No, Program, CGPA)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2697480"/>
            <a:ext cx="192024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(Emp_ID, Dept, Designation)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35440" y="2697480"/>
            <a:ext cx="192024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(Emp_ID, Role)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37360" y="3977640"/>
            <a:ext cx="365760" cy="365760"/>
          </a:xfrm>
          <a:prstGeom prst="ellipse">
            <a:avLst/>
          </a:prstGeom>
          <a:solidFill>
            <a:srgbClr val="2C3B7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3383280"/>
            <a:ext cx="45720" cy="5943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4343400"/>
            <a:ext cx="548640" cy="7315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4343400"/>
            <a:ext cx="1645920" cy="7315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074920"/>
            <a:ext cx="182880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74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651760" y="5074920"/>
            <a:ext cx="182880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074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52160" y="52120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disjoint constraint (one subclass only)      o = overlapping constraint (may belong to multiple)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F82A95-85A1-01A4-D855-D4D27B582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" y="786384"/>
            <a:ext cx="11823192" cy="58430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3BAD4CC-009E-77F3-CBE9-B05C2251939D}"/>
                  </a:ext>
                </a:extLst>
              </p14:cNvPr>
              <p14:cNvContentPartPr/>
              <p14:nvPr/>
            </p14:nvContentPartPr>
            <p14:xfrm>
              <a:off x="3135165" y="833780"/>
              <a:ext cx="1608120" cy="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3BAD4CC-009E-77F3-CBE9-B05C225193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2165" y="707780"/>
                <a:ext cx="17337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01E3CD9-AD1C-015C-36F1-1AEFCFA108BA}"/>
                  </a:ext>
                </a:extLst>
              </p14:cNvPr>
              <p14:cNvContentPartPr/>
              <p14:nvPr/>
            </p14:nvContentPartPr>
            <p14:xfrm>
              <a:off x="2604525" y="743420"/>
              <a:ext cx="460440" cy="509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01E3CD9-AD1C-015C-36F1-1AEFCFA108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1885" y="680780"/>
                <a:ext cx="58608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3A87F35-0F0B-8E89-ABC7-22E705591A0C}"/>
                  </a:ext>
                </a:extLst>
              </p14:cNvPr>
              <p14:cNvContentPartPr/>
              <p14:nvPr/>
            </p14:nvContentPartPr>
            <p14:xfrm>
              <a:off x="4036245" y="803900"/>
              <a:ext cx="1028520" cy="237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3A87F35-0F0B-8E89-ABC7-22E705591A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73605" y="740900"/>
                <a:ext cx="11541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9F57925-10CC-2FDF-2521-EAC07A761091}"/>
                  </a:ext>
                </a:extLst>
              </p14:cNvPr>
              <p14:cNvContentPartPr/>
              <p14:nvPr/>
            </p14:nvContentPartPr>
            <p14:xfrm>
              <a:off x="823605" y="823700"/>
              <a:ext cx="1589040" cy="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9F57925-10CC-2FDF-2521-EAC07A7610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0605" y="697700"/>
                <a:ext cx="17146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32C4C15-A6A3-57D8-71D0-74F393ED6B6F}"/>
                  </a:ext>
                </a:extLst>
              </p14:cNvPr>
              <p14:cNvContentPartPr/>
              <p14:nvPr/>
            </p14:nvContentPartPr>
            <p14:xfrm>
              <a:off x="2260725" y="893900"/>
              <a:ext cx="360" cy="52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32C4C15-A6A3-57D8-71D0-74F393ED6B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97725" y="831260"/>
                <a:ext cx="1260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ACDF27D-860B-EC60-3556-8C0DD7098C40}"/>
                  </a:ext>
                </a:extLst>
              </p14:cNvPr>
              <p14:cNvContentPartPr/>
              <p14:nvPr/>
            </p14:nvContentPartPr>
            <p14:xfrm>
              <a:off x="2200245" y="4760660"/>
              <a:ext cx="1136880" cy="123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ACDF27D-860B-EC60-3556-8C0DD7098C4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37605" y="4698020"/>
                <a:ext cx="12625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3D6C593-A6F8-944F-B013-01B810FB309C}"/>
                  </a:ext>
                </a:extLst>
              </p14:cNvPr>
              <p14:cNvContentPartPr/>
              <p14:nvPr/>
            </p14:nvContentPartPr>
            <p14:xfrm>
              <a:off x="-163515" y="4872980"/>
              <a:ext cx="756720" cy="72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3D6C593-A6F8-944F-B013-01B810FB30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226515" y="4810340"/>
                <a:ext cx="882360" cy="19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17AF766-0C89-9BEB-F728-8DB2FD480DD6}"/>
              </a:ext>
            </a:extLst>
          </p:cNvPr>
          <p:cNvCxnSpPr>
            <a:cxnSpLocks/>
          </p:cNvCxnSpPr>
          <p:nvPr/>
        </p:nvCxnSpPr>
        <p:spPr>
          <a:xfrm flipH="1">
            <a:off x="1497205" y="2707528"/>
            <a:ext cx="59586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E7F26DC-904B-5CF4-C46E-B2089030316F}"/>
              </a:ext>
            </a:extLst>
          </p:cNvPr>
          <p:cNvGrpSpPr/>
          <p:nvPr/>
        </p:nvGrpSpPr>
        <p:grpSpPr>
          <a:xfrm>
            <a:off x="9555765" y="2641700"/>
            <a:ext cx="1396800" cy="31680"/>
            <a:chOff x="9555765" y="2641700"/>
            <a:chExt cx="1396800" cy="3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4D12CD-76F7-26AD-2C34-FFD0A9EEC4E1}"/>
                    </a:ext>
                  </a:extLst>
                </p14:cNvPr>
                <p14:cNvContentPartPr/>
                <p14:nvPr/>
              </p14:nvContentPartPr>
              <p14:xfrm>
                <a:off x="9555765" y="2641700"/>
                <a:ext cx="1360800" cy="31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4D12CD-76F7-26AD-2C34-FFD0A9EEC4E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92765" y="2579060"/>
                  <a:ext cx="1486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7FD2A21-C739-0CA0-411D-11F2813E0B52}"/>
                    </a:ext>
                  </a:extLst>
                </p14:cNvPr>
                <p14:cNvContentPartPr/>
                <p14:nvPr/>
              </p14:nvContentPartPr>
              <p14:xfrm>
                <a:off x="10952205" y="2672660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7FD2A21-C739-0CA0-411D-11F2813E0B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89565" y="26100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University EER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the superclass holding attributes common to every member of the university community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into STUDENT, FACULTY and STAFF uses a disjoint (d) constraint — each person belongs to exactly one subclass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ensures every PERSON instance is classified into one of the three subclasses; none remain unclassified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is further specialized into UNDERGRADUATE and POSTGRADUATE with an overlapping (o) constraint for dual-enrolled students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inherits Person_ID, Name and Address from PERSON while adding its own specific attributes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4606164" cy="365760"/>
          </a:xfrm>
          <a:prstGeom prst="roundRect">
            <a:avLst>
              <a:gd name="adj" fmla="val 50000"/>
            </a:avLst>
          </a:prstGeom>
          <a:solidFill>
            <a:srgbClr val="E098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20624"/>
            <a:ext cx="4606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DATA INDEPENDENCE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03120" y="169164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80136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21945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/ application interfaces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324612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35584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3749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logical schema (entities, relationships, constraints)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480060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491032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5303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 structures, indexes, access paths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743200"/>
            <a:ext cx="0" cy="502920"/>
          </a:xfrm>
          <a:prstGeom prst="line">
            <a:avLst/>
          </a:prstGeom>
          <a:noFill/>
          <a:ln w="15875">
            <a:solidFill>
              <a:srgbClr val="E098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5943600" y="3081528"/>
            <a:ext cx="274320" cy="164592"/>
          </a:xfrm>
          <a:prstGeom prst="triangle">
            <a:avLst/>
          </a:prstGeom>
          <a:solidFill>
            <a:srgbClr val="E098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575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4297680"/>
            <a:ext cx="0" cy="502920"/>
          </a:xfrm>
          <a:prstGeom prst="line">
            <a:avLst/>
          </a:prstGeom>
          <a:noFill/>
          <a:ln w="15875">
            <a:solidFill>
              <a:srgbClr val="E098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5943600" y="4636008"/>
            <a:ext cx="274320" cy="164592"/>
          </a:xfrm>
          <a:prstGeom prst="triangle">
            <a:avLst/>
          </a:prstGeom>
          <a:solidFill>
            <a:srgbClr val="E0983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4119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DATA INDEPENDENCE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vs. Physical Data Independence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0749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4144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change the conceptual schema without altering external schemas or application programs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6440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applications from changes like adding a new attribute or entity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8736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achieve — application logic is closely tied to logical structure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1032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 Membership_Type column to MEMBER without breaking existing programs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73736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1737360"/>
            <a:ext cx="5074920" cy="685800"/>
          </a:xfrm>
          <a:prstGeom prst="rect">
            <a:avLst/>
          </a:prstGeom>
          <a:solidFill>
            <a:srgbClr val="E0983A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17373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2606040"/>
            <a:ext cx="128016" cy="128016"/>
          </a:xfrm>
          <a:prstGeom prst="ellipse">
            <a:avLst/>
          </a:prstGeom>
          <a:solidFill>
            <a:srgbClr val="E0983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44144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change the internal (storage) schema without altering the conceptual schema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429000"/>
            <a:ext cx="128016" cy="128016"/>
          </a:xfrm>
          <a:prstGeom prst="ellipse">
            <a:avLst/>
          </a:prstGeom>
          <a:solidFill>
            <a:srgbClr val="E098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26440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conceptual level from changes like new indexes or file reorganization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4251960"/>
            <a:ext cx="128016" cy="128016"/>
          </a:xfrm>
          <a:prstGeom prst="ellipse">
            <a:avLst/>
          </a:prstGeom>
          <a:solidFill>
            <a:srgbClr val="E098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08736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achieve — storage details are hidden beneath the conceptual layer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0760" y="5074920"/>
            <a:ext cx="128016" cy="128016"/>
          </a:xfrm>
          <a:prstGeom prst="ellipse">
            <a:avLst/>
          </a:prstGeom>
          <a:solidFill>
            <a:srgbClr val="E0983A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91032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switching Book records from sequential to indexed file storage transparently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DATA INDEPENDENCE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 in DBMS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application programs from underlying storage and structural changes, cutting maintenance effort and cost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database administrators tune storage or indexing for performance without disrupting end users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smooth schema evolution as organizational and business requirements grow over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portability, scalability, and long-term reliability of database-driven systems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theoretical foundation of the ANSI/SPARC three-schema architecture used across modern DBMS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4883505" cy="438912"/>
          </a:xfrm>
          <a:prstGeom prst="roundRect">
            <a:avLst>
              <a:gd name="adj" fmla="val 50000"/>
            </a:avLst>
          </a:prstGeom>
          <a:solidFill>
            <a:srgbClr val="E0983A"/>
          </a:solidFill>
          <a:ln/>
        </p:spPr>
      </p:sp>
      <p:sp>
        <p:nvSpPr>
          <p:cNvPr id="3" name="Text 1"/>
          <p:cNvSpPr/>
          <p:nvPr/>
        </p:nvSpPr>
        <p:spPr>
          <a:xfrm>
            <a:off x="602902" y="406960"/>
            <a:ext cx="48835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DBMS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79120" y="987552"/>
            <a:ext cx="11064240" cy="54864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 PROGRAMS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08860" y="1554480"/>
            <a:ext cx="0" cy="7315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Interpreter · DML Compiler · Query Optimizer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08860" y="3520440"/>
            <a:ext cx="0" cy="6400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6188" y="1554480"/>
            <a:ext cx="0" cy="7315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24231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98848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 · File Manager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6188" y="3520440"/>
            <a:ext cx="0" cy="6400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52660" y="1554480"/>
            <a:ext cx="0" cy="73152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286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4231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75320" y="2880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· Recovery Manager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52660" y="3520440"/>
            <a:ext cx="0" cy="6400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4160520"/>
            <a:ext cx="6949440" cy="54864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160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4709160"/>
            <a:ext cx="0" cy="5486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5257800"/>
            <a:ext cx="3200400" cy="777240"/>
          </a:xfrm>
          <a:prstGeom prst="roundRect">
            <a:avLst>
              <a:gd name="adj" fmla="val 49412"/>
            </a:avLst>
          </a:prstGeom>
          <a:solidFill>
            <a:srgbClr val="E0983A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52578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 Storage)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Processor &amp; Storage Manager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 interprets DML statements from users and converts them into low-level execution instructions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DDL Interpreter records schema definitions, while the DML Compiler translates queries into an evaluation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Optimizer selects the most efficient execution strategy among equivalent plans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 acts as the interface between application programs and data stored on disk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comprises a Buffer Manager (manages in-memory data movement) and a File Manager (manages disk space allocation and file structures)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DBMS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Manager &amp; Concurrency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 ensures every transaction satisfies the ACID properties: Atomicity, Consistency, Isolation, Durability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coordinates concurrent execution of multiple transactions so results remain correct and conflict-free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Concurrency Control component applies locking or timestamp-based protocols to prevent anomalies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Manager restores the database to a consistent state after a crash, using transaction logs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98023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 works closely with the Storage Manager to safely commit or roll back changes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39" y="274320"/>
            <a:ext cx="5249259" cy="512064"/>
          </a:xfrm>
          <a:prstGeom prst="roundRect">
            <a:avLst>
              <a:gd name="adj" fmla="val 50000"/>
            </a:avLst>
          </a:prstGeom>
          <a:solidFill>
            <a:srgbClr val="E098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39" y="356720"/>
            <a:ext cx="52492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· STRONG VS WEAK ENTITIES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Strong &amp; Weak Entities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66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83080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Entity: has its own primary key and can exist independently (e.g., EMPLOYEE, ORDER)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2642616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Entity: has no primary key of its own; its existence depends on a related strong (owner) entity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3502152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 (Discriminator): distinguishes weak-entity instances that share the same owner, shown with a dashed underline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4361688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Relationship: connects a weak entity to its owner; drawn as a double-outlined diamond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5221224"/>
            <a:ext cx="568756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weak entity = double-outlined rectangle; identifying relationship = double-outlined diamond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201168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920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51192" y="2907792"/>
            <a:ext cx="2139696" cy="90525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098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971800"/>
            <a:ext cx="2011680" cy="77724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971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0336" y="4105656"/>
            <a:ext cx="212140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4160520"/>
            <a:ext cx="201168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4160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21040" y="2606040"/>
            <a:ext cx="0" cy="3657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749040"/>
            <a:ext cx="0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 —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377440" cy="65836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4206240" cy="65836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737360"/>
            <a:ext cx="4206240" cy="65836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737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9572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395728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3957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2395728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3957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key; uses a partial 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23774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5409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0" y="3054096"/>
            <a:ext cx="42062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0540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independently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3054096"/>
            <a:ext cx="42062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0540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depends on owner entity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12464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1246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3712464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7124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Single-outlined rectangle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3712464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71246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Double-outlined rectangle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370832"/>
            <a:ext cx="23774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3708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0" y="4370832"/>
            <a:ext cx="42062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43708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relationship (diamond)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4370832"/>
            <a:ext cx="4206240" cy="658368"/>
          </a:xfrm>
          <a:prstGeom prst="rect">
            <a:avLst/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43708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 (double diamond)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0292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0" y="5029200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5029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ORDER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32320" y="5029200"/>
            <a:ext cx="4206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5029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DEPENDENT, ORDER_ITEM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· STRONG VS WEAK ENTITIES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92024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36392" y="2084832"/>
            <a:ext cx="1591056" cy="81381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09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148840"/>
            <a:ext cx="1463040" cy="68580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1488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74336" y="1956816"/>
            <a:ext cx="221284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011680"/>
            <a:ext cx="210312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2354580"/>
            <a:ext cx="365760" cy="1371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708256" y="2349052"/>
            <a:ext cx="256032" cy="1371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Item_Line_No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192024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06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36392" y="4279392"/>
            <a:ext cx="1591056" cy="81381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098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4343400"/>
            <a:ext cx="1463040" cy="685800"/>
          </a:xfrm>
          <a:prstGeom prst="diamond">
            <a:avLst/>
          </a:prstGeom>
          <a:solidFill>
            <a:srgbClr val="E0983A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3434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74336" y="4151376"/>
            <a:ext cx="221284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4206240"/>
            <a:ext cx="2103120" cy="685800"/>
          </a:xfrm>
          <a:prstGeom prst="rect">
            <a:avLst/>
          </a:prstGeom>
          <a:solidFill>
            <a:srgbClr val="EEF3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2062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4549140"/>
            <a:ext cx="365760" cy="13716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709056" y="4539092"/>
            <a:ext cx="256032" cy="140584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983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Dependent_Name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255117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28432" y="2194560"/>
            <a:ext cx="3584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 cannot exist without its parent ORDER — deleting the order removes its line items too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3557016"/>
            <a:ext cx="292608" cy="2926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557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28432" y="3200400"/>
            <a:ext cx="3584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records (e.g., a child or spouse) only make sense in the context of an EMPLOYEE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CF5080-EB7E-7690-3BBB-5C4D0EA150DD}"/>
              </a:ext>
            </a:extLst>
          </p:cNvPr>
          <p:cNvSpPr txBox="1"/>
          <p:nvPr/>
        </p:nvSpPr>
        <p:spPr>
          <a:xfrm>
            <a:off x="3024553" y="2647511"/>
            <a:ext cx="71946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THANK YOU</a:t>
            </a:r>
            <a:endParaRPr lang="en-IN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2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1315</Words>
  <Application>Microsoft Office PowerPoint</Application>
  <PresentationFormat>Widescreen</PresentationFormat>
  <Paragraphs>248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SANTHOSH E</cp:lastModifiedBy>
  <cp:revision>2</cp:revision>
  <dcterms:created xsi:type="dcterms:W3CDTF">2026-07-23T03:04:22Z</dcterms:created>
  <dcterms:modified xsi:type="dcterms:W3CDTF">2026-07-23T03:47:49Z</dcterms:modified>
</cp:coreProperties>
</file>